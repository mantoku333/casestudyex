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bc3b6c635241a2" /><Relationship Type="http://schemas.openxmlformats.org/officeDocument/2006/relationships/extended-properties" Target="/docProps/app.xml" Id="R6a424a054c7043a1" /><Relationship Type="http://schemas.openxmlformats.org/officeDocument/2006/relationships/officeDocument" Target="/ppt/presentation.xml" Id="R6bfe77f39dc7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fd696e0da4629"/>
  </p:sldMasterIdLst>
  <p:notesMasterIdLst>
    <p:notesMasterId xmlns:r="http://schemas.openxmlformats.org/officeDocument/2006/relationships" r:id="Rc62b259a9109437e"/>
  </p:notesMasterIdLst>
  <p:sldIdLst>
    <p:sldId xmlns:r="http://schemas.openxmlformats.org/officeDocument/2006/relationships" id="256" r:id="R81b56e64ea5d4b69"/>
    <p:sldId xmlns:r="http://schemas.openxmlformats.org/officeDocument/2006/relationships" id="257" r:id="Rfad58ba6180943f2"/>
    <p:sldId xmlns:r="http://schemas.openxmlformats.org/officeDocument/2006/relationships" id="258" r:id="R9ed681c2f2ae4cdf"/>
    <p:sldId xmlns:r="http://schemas.openxmlformats.org/officeDocument/2006/relationships" id="259" r:id="Rfeb8d7c6dc8d4c0a"/>
    <p:sldId xmlns:r="http://schemas.openxmlformats.org/officeDocument/2006/relationships" id="260" r:id="Rca3d960cb1134fee"/>
    <p:sldId xmlns:r="http://schemas.openxmlformats.org/officeDocument/2006/relationships" id="261" r:id="R5a320672557c40cc"/>
    <p:sldId xmlns:r="http://schemas.openxmlformats.org/officeDocument/2006/relationships" id="262" r:id="R7783244014e446e4"/>
    <p:sldId xmlns:r="http://schemas.openxmlformats.org/officeDocument/2006/relationships" id="263" r:id="R6594a8f8890844ec"/>
    <p:sldId xmlns:r="http://schemas.openxmlformats.org/officeDocument/2006/relationships" id="264" r:id="R76a1857bab934928"/>
    <p:sldId xmlns:r="http://schemas.openxmlformats.org/officeDocument/2006/relationships" id="265" r:id="R4746b3a376124d05"/>
    <p:sldId xmlns:r="http://schemas.openxmlformats.org/officeDocument/2006/relationships" id="266" r:id="Ra30c483c448d4e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16e39e3ae467b" /><Relationship Type="http://schemas.openxmlformats.org/officeDocument/2006/relationships/slideMaster" Target="/ppt/slideMasters/slideMaster1.xml" Id="R57afd696e0da4629" /><Relationship Type="http://schemas.openxmlformats.org/officeDocument/2006/relationships/notesMaster" Target="/ppt/notesMasters/notesMaster1.xml" Id="Rc62b259a9109437e" /><Relationship Type="http://schemas.openxmlformats.org/officeDocument/2006/relationships/presProps" Target="/ppt/presProps.xml" Id="R4552d75e1f45462e" /><Relationship Type="http://schemas.openxmlformats.org/officeDocument/2006/relationships/tableStyles" Target="/ppt/tableStyles.xml" Id="R5e6fa4e7fea24d43" /><Relationship Type="http://schemas.openxmlformats.org/officeDocument/2006/relationships/slide" Target="/ppt/slides/slide1.xml" Id="R81b56e64ea5d4b69" /><Relationship Type="http://schemas.openxmlformats.org/officeDocument/2006/relationships/slide" Target="/ppt/slides/slide2.xml" Id="Rfad58ba6180943f2" /><Relationship Type="http://schemas.openxmlformats.org/officeDocument/2006/relationships/slide" Target="/ppt/slides/slide3.xml" Id="R9ed681c2f2ae4cdf" /><Relationship Type="http://schemas.openxmlformats.org/officeDocument/2006/relationships/slide" Target="/ppt/slides/slide4.xml" Id="Rfeb8d7c6dc8d4c0a" /><Relationship Type="http://schemas.openxmlformats.org/officeDocument/2006/relationships/slide" Target="/ppt/slides/slide5.xml" Id="Rca3d960cb1134fee" /><Relationship Type="http://schemas.openxmlformats.org/officeDocument/2006/relationships/slide" Target="/ppt/slides/slide6.xml" Id="R5a320672557c40cc" /><Relationship Type="http://schemas.openxmlformats.org/officeDocument/2006/relationships/slide" Target="/ppt/slides/slide7.xml" Id="R7783244014e446e4" /><Relationship Type="http://schemas.openxmlformats.org/officeDocument/2006/relationships/slide" Target="/ppt/slides/slide8.xml" Id="R6594a8f8890844ec" /><Relationship Type="http://schemas.openxmlformats.org/officeDocument/2006/relationships/slide" Target="/ppt/slides/slide9.xml" Id="R76a1857bab934928" /><Relationship Type="http://schemas.openxmlformats.org/officeDocument/2006/relationships/slide" Target="/ppt/slides/slide10.xml" Id="R4746b3a376124d05" /><Relationship Type="http://schemas.openxmlformats.org/officeDocument/2006/relationships/slide" Target="/ppt/slides/slide11.xml" Id="Ra30c483c448d4e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2e35c3789342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d68d776b34ef6" /><Relationship Type="http://schemas.openxmlformats.org/officeDocument/2006/relationships/notesMaster" Target="/ppt/notesMasters/notesMaster1.xml" Id="Rbc819e09779a4b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4d0a7623b4f0e" /><Relationship Type="http://schemas.openxmlformats.org/officeDocument/2006/relationships/notesMaster" Target="/ppt/notesMasters/notesMaster1.xml" Id="R6f94011db43a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f93c2952e14556" /><Relationship Type="http://schemas.openxmlformats.org/officeDocument/2006/relationships/notesMaster" Target="/ppt/notesMasters/notesMaster1.xml" Id="R42b196e2b1e6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7d56b3225c43c9" /><Relationship Type="http://schemas.openxmlformats.org/officeDocument/2006/relationships/notesMaster" Target="/ppt/notesMasters/notesMaster1.xml" Id="R93cf4e90580b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c1cb88ccd54657" /><Relationship Type="http://schemas.openxmlformats.org/officeDocument/2006/relationships/notesMaster" Target="/ppt/notesMasters/notesMaster1.xml" Id="Rf88b651dd34342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1e60eff52143ee" /><Relationship Type="http://schemas.openxmlformats.org/officeDocument/2006/relationships/notesMaster" Target="/ppt/notesMasters/notesMaster1.xml" Id="R7ad51f4ad106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f9a9baca8a4a82" /><Relationship Type="http://schemas.openxmlformats.org/officeDocument/2006/relationships/notesMaster" Target="/ppt/notesMasters/notesMaster1.xml" Id="R38e9cb46412e48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fb803225034ee7" /><Relationship Type="http://schemas.openxmlformats.org/officeDocument/2006/relationships/notesMaster" Target="/ppt/notesMasters/notesMaster1.xml" Id="R7dfd60ed83554a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0d3a921aa34273" /><Relationship Type="http://schemas.openxmlformats.org/officeDocument/2006/relationships/notesMaster" Target="/ppt/notesMasters/notesMaster1.xml" Id="R06e15f27f04c45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afcb7a47e4618" /><Relationship Type="http://schemas.openxmlformats.org/officeDocument/2006/relationships/notesMaster" Target="/ppt/notesMasters/notesMaster1.xml" Id="R220bf70fdf8f45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6add503ee74a50" /><Relationship Type="http://schemas.openxmlformats.org/officeDocument/2006/relationships/notesMaster" Target="/ppt/notesMasters/notesMaster1.xml" Id="R8d78fff7570f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1e0192dfe44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06cc9e44540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966fc47147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cecb020d74f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67e63002b45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441c5010645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9ea09a07946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7426b66f74de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297b156984474" /><Relationship Type="http://schemas.openxmlformats.org/officeDocument/2006/relationships/image" Target="/ppt/media/image.png" Id="R2639900948c64c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e54bed91442a9" /><Relationship Type="http://schemas.openxmlformats.org/officeDocument/2006/relationships/image" Target="/ppt/media/image2.png" Id="R96b1dc5867a7467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639900948c64c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96b1dc5867a746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7c7330d354e7d" /><Relationship Type="http://schemas.openxmlformats.org/officeDocument/2006/relationships/slideLayout" Target="/ppt/slideLayouts/slideLayout1.xml" Id="R416d026fb42048da" /><Relationship Type="http://schemas.openxmlformats.org/officeDocument/2006/relationships/slideLayout" Target="/ppt/slideLayouts/slideLayout2.xml" Id="R8166b34371b44578" /><Relationship Type="http://schemas.openxmlformats.org/officeDocument/2006/relationships/slideLayout" Target="/ppt/slideLayouts/slideLayout3.xml" Id="R22e92c384c7b4c2d" /><Relationship Type="http://schemas.openxmlformats.org/officeDocument/2006/relationships/slideLayout" Target="/ppt/slideLayouts/slideLayout4.xml" Id="Ra58cf44cf3ef407e" /><Relationship Type="http://schemas.openxmlformats.org/officeDocument/2006/relationships/slideLayout" Target="/ppt/slideLayouts/slideLayout5.xml" Id="R5f11f99a0fe24b44" /><Relationship Type="http://schemas.openxmlformats.org/officeDocument/2006/relationships/slideLayout" Target="/ppt/slideLayouts/slideLayout6.xml" Id="Ref78e829001c4db3" /><Relationship Type="http://schemas.openxmlformats.org/officeDocument/2006/relationships/slideLayout" Target="/ppt/slideLayouts/slideLayout7.xml" Id="Rffddae98f642446f" /><Relationship Type="http://schemas.openxmlformats.org/officeDocument/2006/relationships/slideLayout" Target="/ppt/slideLayouts/slideLayout8.xml" Id="R8a8508f5b3734d19" /><Relationship Type="http://schemas.openxmlformats.org/officeDocument/2006/relationships/slideLayout" Target="/ppt/slideLayouts/slideLayout9.xml" Id="R45d3aabc99f64233" /><Relationship Type="http://schemas.openxmlformats.org/officeDocument/2006/relationships/slideLayout" Target="/ppt/slideLayouts/slideLayout10.xml" Id="R26ec9ebb044e4b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d026fb42048da"/>
    <p:sldLayoutId xmlns:r="http://schemas.openxmlformats.org/officeDocument/2006/relationships" id="2147483650" r:id="R8166b34371b44578"/>
    <p:sldLayoutId xmlns:r="http://schemas.openxmlformats.org/officeDocument/2006/relationships" id="2147483651" r:id="R22e92c384c7b4c2d"/>
    <p:sldLayoutId xmlns:r="http://schemas.openxmlformats.org/officeDocument/2006/relationships" id="2147483652" r:id="Ra58cf44cf3ef407e"/>
    <p:sldLayoutId xmlns:r="http://schemas.openxmlformats.org/officeDocument/2006/relationships" id="2147483653" r:id="R5f11f99a0fe24b44"/>
    <p:sldLayoutId xmlns:r="http://schemas.openxmlformats.org/officeDocument/2006/relationships" id="2147483654" r:id="Ref78e829001c4db3"/>
    <p:sldLayoutId xmlns:r="http://schemas.openxmlformats.org/officeDocument/2006/relationships" id="2147483655" r:id="Rffddae98f642446f"/>
    <p:sldLayoutId xmlns:r="http://schemas.openxmlformats.org/officeDocument/2006/relationships" id="2147483656" r:id="R8a8508f5b3734d19"/>
    <p:sldLayoutId xmlns:r="http://schemas.openxmlformats.org/officeDocument/2006/relationships" id="2147483657" r:id="R45d3aabc99f64233"/>
    <p:sldLayoutId xmlns:r="http://schemas.openxmlformats.org/officeDocument/2006/relationships" id="2147483658" r:id="R26ec9ebb044e4b9b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6abaf46e44852" /><Relationship Type="http://schemas.openxmlformats.org/officeDocument/2006/relationships/image" Target="/ppt/media/image3.png" Id="R7e9565a6854948f7" /><Relationship Type="http://schemas.openxmlformats.org/officeDocument/2006/relationships/notesSlide" Target="/ppt/notesSlides/notesSlide1.xml" Id="R0fd2d950af564b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713da8de34f3d" /><Relationship Type="http://schemas.openxmlformats.org/officeDocument/2006/relationships/notesSlide" Target="/ppt/notesSlides/notesSlide2.xml" Id="R7fde4ed974034c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eb62e767042cf" /><Relationship Type="http://schemas.openxmlformats.org/officeDocument/2006/relationships/notesSlide" Target="/ppt/notesSlides/notesSlide3.xml" Id="R67db5b65ad3b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2002106044141" /><Relationship Type="http://schemas.openxmlformats.org/officeDocument/2006/relationships/notesSlide" Target="/ppt/notesSlides/notesSlide4.xml" Id="R98d27ac1f5d943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679fe18af4309" /><Relationship Type="http://schemas.openxmlformats.org/officeDocument/2006/relationships/notesSlide" Target="/ppt/notesSlides/notesSlide5.xml" Id="Rc52cf274615f40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85252f62f47aa" /><Relationship Type="http://schemas.openxmlformats.org/officeDocument/2006/relationships/image" Target="/ppt/media/image4.png" Id="Ra8b0a13b4ab74c4b" /><Relationship Type="http://schemas.openxmlformats.org/officeDocument/2006/relationships/image" Target="/ppt/media/image5.png" Id="R8151b0a2b90b4e76" /><Relationship Type="http://schemas.openxmlformats.org/officeDocument/2006/relationships/notesSlide" Target="/ppt/notesSlides/notesSlide6.xml" Id="R6c5b03ba1fe9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f82dbee634275" /><Relationship Type="http://schemas.openxmlformats.org/officeDocument/2006/relationships/notesSlide" Target="/ppt/notesSlides/notesSlide7.xml" Id="R21a2d6438ffa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707d290afba44d3" /><Relationship Type="http://schemas.openxmlformats.org/officeDocument/2006/relationships/notesSlide" Target="/ppt/notesSlides/notesSlide8.xml" Id="Rde76f695c89f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e01039f8ea4dba" /><Relationship Type="http://schemas.openxmlformats.org/officeDocument/2006/relationships/notesSlide" Target="/ppt/notesSlides/notesSlide9.xml" Id="R92a2e9cb2b93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2edce16daa84d31" /><Relationship Type="http://schemas.openxmlformats.org/officeDocument/2006/relationships/notesSlide" Target="/ppt/notesSlides/notesSlide10.xml" Id="R153515c96cac41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f2f6eab2e4ef6" /><Relationship Type="http://schemas.openxmlformats.org/officeDocument/2006/relationships/image" Target="/ppt/media/image6.png" Id="R5d61e792c54a448d" /><Relationship Type="http://schemas.openxmlformats.org/officeDocument/2006/relationships/notesSlide" Target="/ppt/notesSlides/notesSlide11.xml" Id="R7e49e8f9d71544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優雅に、</a:t>
            </a:r>
          </a:p>
          <a:p xmlns:a="http://schemas.openxmlformats.org/drawingml/2006/main">
            <a:r>
              <a:rPr sz="4200"/>
              <a:t>戦場を通り抜ける。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4200">
                <a:solidFill>
                  <a:srgbClr val="FFFFFF"/>
                </a:solidFill>
              </a:rPr>
              <a:t>戦闘アクション再設計仕様書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4200">
                <a:solidFill>
                  <a:srgbClr val="FFFFFF"/>
                </a:solidFill>
              </a:rPr>
              <a:t>Concept / Combat Loop / Prototype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565a6854948f7"/>
          <a:srcRect xmlns:a="http://schemas.openxmlformats.org/drawingml/2006/main" l="24323" t="0" r="243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0900" y="0"/>
            <a:ext cx="62611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なぜ、今の戦闘は噛み合わないのか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個別の便利技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成功しても中立へ戻る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結局は通常攻撃でHPを削る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次の行動へつながらない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ひと続きの舞踏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敵の攻撃を移動に利用する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成功が次の行動を開く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流れの中で敵が倒れる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現状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滑空・銃反動・ブリンク・パリィは、どれも単体では優雅に見える。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しかし戦闘では「危険を避ける別々の便利技」になり、倒し方へ収束していない。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不足しているのはアクション数ではなく、全アクションを束ねる「戦闘の文法」である。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優雅さは、イリスとプレイヤーが</a:t>
            </a:r>
          </a:p>
          <a:p xmlns:a="http://schemas.openxmlformats.org/drawingml/2006/main">
            <a:r>
              <a:rPr sz="4800"/>
              <a:t>同時に身につけていくもの。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イリスの変化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臆病で逃げるだけだった少女が、ノクスを信頼し、敵の前でも歩みを止めなくなる。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プレイヤーの変化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単独の回避技として覚えた力が、解放のたびに結びつき、一つの舞踏へ変わる。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成長：逃走が、</a:t>
            </a:r>
          </a:p>
          <a:p xmlns:a="http://schemas.openxmlformats.org/drawingml/2006/main">
            <a:r>
              <a:t>優雅な前進へ変わる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空中で攻撃を待ち、敵配置を読み、連携時間を維持する。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滑空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射線へ入り、敵と敵の間を渡るための空中軌道制御。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銃反動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突進をすり抜け、敵の狙いを壁や別の敵へ誤誘導する。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ブリンク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敵の力を無効化せず、発射元や別の敵へ返す。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パリィ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6762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崩れた敵を一撃で締める。通常時の削り性能は主役にしない。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傘攻撃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38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能力解放はボタンの追加ではない。以前の能力の意味まで更新する。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共通原則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戦闘ループ：誘う → いなす → 崩す → 締める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誘う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滑空で待ち、射線と突進方向を作る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いなす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ブリンク／パリィで攻撃を通過させる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崩す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壁・敵・発射元へ衝突させる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締める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傘の一撃で次の敵へ移る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敵を倒しに近づくのではなく、敵の攻撃が最も美しく交差する場所へ移動する。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977136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敵はHPを削る対象ではなく、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プレイヤーの軌道を作る「舞踏の相手」。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正解時には攻撃が止まり、姿勢が崩れ、明確な攻撃権が発生する。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敵別仕様：攻撃そのものを攻略資源にする</a:t>
            </a:r>
          </a:p>
        </p:txBody>
      </p:sp>
      <p:sp>
        <p:nvSpPr>
          <p:cNvPr id="4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256" y="4204277"/>
            <a:ext cx="2145400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タックル敵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予備動作で方向固定。ブリンクですれ違うと壁／敵へ激突しブレイク。</a:t>
            </a:r>
          </a:p>
        </p:txBody>
      </p:sp>
      <p:sp>
        <p:nvSpPr>
          <p:cNvPr id="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210" y="4204277"/>
            <a:ext cx="2149303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遠距離敵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通常パリィは逸らす。ジャストパリィは発射元へ返し、命中で即ブレイク。</a:t>
            </a:r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0a13b4ab74c4b"/>
          <a:srcRect xmlns:a="http://schemas.openxmlformats.org/drawingml/2006/main" l="0" t="1968" r="0" b="19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1068" y="2031968"/>
            <a:ext cx="2581942" cy="1952625"/>
          </a:xfrm>
          <a:prstGeom xmlns:a="http://schemas.openxmlformats.org/drawingml/2006/main" prst="rect">
            <a:avLst/>
          </a:prstGeom>
        </p:spPr>
      </p:pic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b0a2b90b4e76"/>
          <a:srcRect xmlns:a="http://schemas.openxmlformats.org/drawingml/2006/main" l="30059" t="0" r="300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0960" y="2031968"/>
            <a:ext cx="2597372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36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ブレイクとは</a:t>
            </a:r>
          </a:p>
          <a:p xmlns:a="http://schemas.openxmlformats.org/drawingml/2006/main">
            <a:r>
              <a:t>「正解が形になる瞬間」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9356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　攻撃が止まる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敵の勢いが反転し、プレイヤーへ明確に手番を渡す。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921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　姿勢が変わる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転倒・目眩・傘や弾の残光で、追撃可能を一目で伝える。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93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　一撃で締まる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ブレイク中の傘攻撃は即死級。次の移動へテンポよく戻る。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回復ルール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成功でクールダウンを戻す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パリィ → 銃反動を1回回復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ブレイク撃破 → ブリンク回復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時間回復は保険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継続ルール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空中で流れを維持する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滑空中は連携猶予を維持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着地までは流れを切らない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成功直後の入力受付を広げる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終了条件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失敗時だけ連携を区切る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被弾／着地で連携終了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通常クールダウンは保険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待ち時間を主な回復手段にしない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成功が、次のアクションを開く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PHASE 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気持ちよさを調整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硬直、SE、残光、吹き飛び、カメラ反応を成功結果へ集中。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1–2日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PHASE 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行動を循環させる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パリィで銃反動回復。ブレイク撃破でブリンク回復。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1–2日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最小プロトタイプ：新アクションは増やさない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1日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PHASE 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敵側の正解を作る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タックルの壁／敵衝突ブレイク。反射弾の発射元命中ブレイク。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立ち止まらない戦闘率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敵攻撃を利用した撃破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「優雅」と感じる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プレイテストで確認する成功条件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1回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敵の攻撃すら、</a:t>
            </a:r>
          </a:p>
          <a:p xmlns:a="http://schemas.openxmlformats.org/drawingml/2006/main">
            <a:r>
              <a:rPr sz="4200"/>
              <a:t>彼女の振付になる。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4200">
                <a:solidFill>
                  <a:srgbClr val="FFFFFF"/>
                </a:solidFill>
              </a:rPr>
              <a:t>優雅さは演出ではなく、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4200">
                <a:solidFill>
                  <a:srgbClr val="FFFFFF"/>
                </a:solidFill>
              </a:rPr>
              <a:t>慌てず、止まらず、力まずに勝てる戦闘ルールから生まれる。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1e792c54a448d"/>
          <a:srcRect xmlns:a="http://schemas.openxmlformats.org/drawingml/2006/main" l="14496" t="0" r="14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0900" y="0"/>
            <a:ext cx="62611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2026-06-22T05:25:00.4870000Z</dcterms:created>
  <dcterms:modified xsi:type="dcterms:W3CDTF">2026-06-22T05:25:00.4870000Z</dcterms:modified>
</coreProperties>
</file>